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GitNarrator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GitHub Repository Analyzer</a:t>
            </a:r>
          </a:p>
          <a:p>
            <a:r>
              <a:t>Generated by GitNarrator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Arial"/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Purpose: To automatically analyze GitHub repositories and generate comprehensive PowerPoint presentations.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Problem Statement: Understanding large codebases and preparing documentation is time-consuming and manual.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Target Users: Developers, Project Managers, Students, and Technical Consultants.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Real-world Use Case: Quickly explaining project architecture to stakeholders or preparing Final Year Project defenses.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Arial"/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Core: HTML5, CSS3, Vanilla JavaScript (ES6+)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Extension Platform: Chrome Extension Manifest V3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APIs: GitHub REST &amp; GraphQL APIs, OpenAI API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Libraries: PptxGenJS (PPT Generation), Chart.js (Visualization), Mermaid.js (Diagrams)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Architecture: Service-based modular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Arial"/>
              </a:defRPr>
            </a:pPr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Repository Analysis: Deep traversal of files, branches, and metadata.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Intelligent Code Classification: Automatically categorizes files by language and purpose.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Multi-Branch Support: Analyzes and compares development across different branches.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Commit History Insights: Visualizes development timeline and contribution patterns.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Automated PPT Generation: One-click creation of professional slide decks.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High-Level: Browser Extension interacting with Cloud Services.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Frontend: Sidebar UI for user interaction and visualization.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Background Service: Manages state, API calls, and cross-tab communication.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Service Layer: Modular services for API handling, Analysis, and AI processing.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Data Flow: Repository Data -&gt; Analyzers -&gt; Aggregator -&gt; PPT Generator.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Arial"/>
              </a:defRPr>
            </a:pPr>
            <a: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274320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Browser Extension</a:t>
            </a:r>
          </a:p>
          <a:p>
            <a:r>
              <a:t>(UI, Content Script, Background)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0" y="3657600.0"/>
            <a:ext cx="18288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0" y="1828800"/>
            <a:ext cx="274320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External Services</a:t>
            </a:r>
          </a:p>
          <a:p>
            <a:r>
              <a:t>(GitHub API, OpenAI API)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Arial"/>
              </a:defRPr>
            </a:pPr>
            <a:r>
              <a:t>Folder Structure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background/: Service workers and core extension lifecycle management.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ui/: User interface components (Side Panel, HTML, CSS).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services/: Business logic (GitHub API, Analyzers, PPT Generator).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utils/: Shared utility functions (DOM, Storage, Logging).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docs/: Documentation and guides (README, System Design).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Arial"/>
              </a:defRPr>
            </a:pPr>
            <a:r>
              <a:t>Branch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Active Branches: main, develop, feature/ppt-generation.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main: Stable production release code.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develop: Integration branch for ongoing development.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feature/ppt-generation: Dedicated branch for implementing the PowerPoint generation logic.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Analysis: Structured Gitflow-like workflow.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Arial"/>
              </a:defRPr>
            </a:pPr>
            <a:r>
              <a:t>Commit History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Total Commits Evaluated: 2 (Initial Snapshot / Shallow History)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Development Phase: Early / Initial Setup.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Key Milestones: Initial project scaffolding and feature implementation.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Activity: Focused development bursts consistent with new project structure.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Note: Low commit count may indicate squashed history or fresh repository initialization.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Arial"/>
              </a:defRPr>
            </a:pPr>
            <a:r>
              <a:t>AI-Generated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Code Quality: High. Uses modern ES6+ features and modular separation of concerns.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Scalability: Excellent. Service-based architecture allows easy addition of new analyzers.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Maintainability: Strong. Clear folder structure and comprehensive documentation (SYSTEM_DESIGN.md).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Design Patterns: Observable use of Factory, Service, and Singleton patterns.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Multi-Repo Comparison: Analyze and compare multiple repositories simultaneously.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Advanced AI: Deeper code understanding and refactoring suggestions.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CI/CD Integration: Analyze pipeline configurations.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Export Formats: Support for PDF and interactive HTML reports.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Collaboration: Cloud-based sharing of analysis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GitNarrator streamlines the process of code documentation and presentation.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It bridges the gap between complex code structures and high-level understanding.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The project demonstrates a robust, scalable, and modern software architecture.</a:t>
            </a:r>
          </a:p>
          <a:p>
            <a:pPr>
              <a:spcAft>
                <a:spcPts val="1000"/>
              </a:spcAft>
              <a:defRPr sz="2400">
                <a:latin typeface="Arial"/>
              </a:defRPr>
            </a:pPr>
            <a:r>
              <a:t>Ready for deployment and further feature expansion.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